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PPTX Sample Slide One</a:t>
            </a:r>
          </a:p>
        </p:txBody>
      </p:sp>
      <p:sp>
        <p:txBody>
          <a:p>
            <a:r>
              <a:t>The quick brown fox jumps over the lazy dog.</a:t>
            </a:r>
          </a:p>
          <a:p>
            <a:r>
              <a:t>RAG extraction test content.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Two — Key Points</a:t>
            </a:r>
          </a:p>
        </p:txBody>
      </p:sp>
      <p:sp>
        <p:txBody>
          <a:p>
            <a:r>
              <a:t>Lorem ipsum dolor sit amet.</a:t>
            </a:r>
          </a:p>
          <a:p>
            <a:r>
              <a:t>Consectetur adipiscing elit.</a:t>
            </a:r>
          </a:p>
          <a:p>
            <a:r>
              <a:t>Sed do eiusmod tempor.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Three — Conclusion</a:t>
            </a:r>
          </a:p>
        </p:txBody>
      </p:sp>
      <p:sp>
        <p:txBody>
          <a:p>
            <a:r>
              <a:t>The loader must extract text from every slide faithfully.</a:t>
            </a:r>
          </a:p>
        </p:txBody>
      </p:sp>
    </p:spTree>
  </p:cSld>
</p:sld>
</file>